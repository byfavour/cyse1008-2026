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Assignment 5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API Routes &amp; Callbacks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6D8"/>
                </a:solidFill>
              </a:rPr>
              <a:t>What APIs are, how we call them, and how they call us back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AABC"/>
                </a:solidFill>
              </a:rPr>
              <a:t>CYSE1008 · Black River Market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What we will cover today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What is an API?  (and why the browser never talks to the database directly)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HTTP Methods — GET vs POST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async / await — what does "waiting" actually mean?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Callbacks and Webhooks — when Stripe calls us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The four demo routes you will run in the lab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A · Question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What is an API?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The request flows through an API route — never directly to the DB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200400" cy="822960"/>
          </a:xfrm>
          <a:prstGeom prst="round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Browser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319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Runs in the student's laptop.  Cannot be trusted — anyone can open DevTools.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200400" cy="822960"/>
          </a:xfrm>
          <a:prstGeom prst="round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 Route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Runs on the server.  Validates the request, checks auth, then talks to the DB.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200400" cy="822960"/>
          </a:xfrm>
          <a:prstGeom prst="roundRect">
            <a:avLst/>
          </a:prstGeom>
          <a:solidFill>
            <a:srgbClr val="6A1A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Firestore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Never exposed directly to the internet.  Only the API route can reach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What is an API?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API = Application Programming Interface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 defined "contract" — one program asks, the other answers, in a predictable format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In Next.js our API lives in  src/app/api/  — each folder with a route.js is one endpoint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Security benefit: the API is the gatekeeper.  It can reject a request before the DB is touched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Example:  /api/assignment5  returns JSON — the browser never "sees" Firestore directly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A · Question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HTTP Methods — GET vs POST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GET vs POST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53035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00" dirty="0">
                <a:solidFill>
                  <a:srgbClr val="333333"/>
                </a:solidFill>
              </a:rPr>
              <a:t>GET — reads data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No request body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Parameters go in the URL: /api/products?id=123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Safe to bookmark or share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You can test it by typing the URL in the browser bar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Ecommerce example: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Browse the product listing page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2648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41"/>
                </a:solidFill>
              </a:rPr>
              <a:t>POST — sends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00" dirty="0">
                <a:solidFill>
                  <a:srgbClr val="333333"/>
                </a:solidFill>
              </a:rPr>
              <a:t>POST — writes / acts on data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Data travels in the request body (invisible in the URL)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Cannot be triggered by typing a URL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The page uses  fetch()  with  method: "POST"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Ecommerce example:</a:t>
            </a:r>
            <a:endParaRPr lang="en-US" sz="1700" dirty="0"/>
          </a:p>
          <a:p>
            <a:r>
              <a:rPr lang="en-US" sz="1700" dirty="0">
                <a:solidFill>
                  <a:srgbClr val="333333"/>
                </a:solidFill>
              </a:rPr>
              <a:t>Submit the cart to start checkout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How Next.js knows which function to call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115568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src/app/api/assignment5/route.js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Next.js matches the FUNCTION NAME to the HTTP method.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request  →  calls GET()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 request →  calls POST()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GET()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NextResponse.json({ message: 'Hello from GET'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POST(req)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body = await req.json();   // read the request body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NextResponse.json({ received: body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A · Question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async / await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Why do we need async / await?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JavaScript runs one line at a time — but network requests take time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Without await the code would move on before the data arrived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async marks a function as "this function may pause and wait"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await pauses THAT function only — the rest of the app keeps running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Think of it like ordering coffee: you wait for your name to be called, everyone else keeps moving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The two await calls — what each one waits for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115568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fetch('/api/assignment5');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^^^^^ await #1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Waits for the HTTP round-trip to finish.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The server receives the request, runs the handler, sends headers back.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After this line: response.status is available (e.g. 200),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but the BODY has not been read yet.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response.json();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^^^^^ await #2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Reads and parses the response BODY from the network stream.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After this line: data is a plain JavaScript object.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e.g.  { message: "Hello …", method: "GET", timestamp: "…"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console.log(data);  // now safe to use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 A · Question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Callbacks &amp; Webhooks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Normal API call vs Webhook callback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Normal call:  WE call Stripe  →  "please create a payment session"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Webhook:     STRIPE calls US  →  "the customer just paid successfully"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The webhook is a callback — Stripe calls our endpoint when something happens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Our route at  /api/stripe/webhook  listens for these events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It exports POST — Stripe is sending us data, not us requesting data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What triggers Stripe to call us?  →  a successful payment (checkout.session.completed)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The checkout + webhook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200400" cy="822960"/>
          </a:xfrm>
          <a:prstGeom prst="round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  Browser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9319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POST /api/stripe/create-session  →  get a Stripe checkout URL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3200400" cy="822960"/>
          </a:xfrm>
          <a:prstGeom prst="roundRect">
            <a:avLst/>
          </a:prstGeom>
          <a:solidFill>
            <a:srgbClr val="635B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  Stripe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0" y="2331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 fills card details and pays on Stripe's hosted 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3200400" cy="822960"/>
          </a:xfrm>
          <a:prstGeom prst="round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  Stripe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Webhook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POST /api/stripe/webhook  →  Stripe tells us "payment confirmed"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3200400" cy="822960"/>
          </a:xfrm>
          <a:prstGeom prst="roundRect">
            <a:avLst/>
          </a:prstGeom>
          <a:solidFill>
            <a:srgbClr val="8B1E4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  Our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31920" y="4526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Update order in Firestore, reduce stock, send confirmation email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What a real webhook handler does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1155680" cy="50292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src/app/api/stripe/webhook/route.js  (simplified)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POST(req)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event = stripe.webhooks.constructEvent(  // verify it really came from Stripe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req.text(),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req.headers.get('stripe-signature'),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process.env.STRIPE_WEBHOOK_SECRET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(event.type === 'checkout.session.completed')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session = event.data.object;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db.collection('orders').doc(session.id).update({ status: 'paid'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^ update order in Firestore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could also: send confirmation email, reduce product stock, 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NextResponse.json({ received: true });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Preview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The four routes you will run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The four demo routes — Part 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1  GET /api/assignment5          →  returns a greeting JSON object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2  POST /api/assignment5         →  reads a name from the body, echoes it back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3  POST /api/assignment5/callback →  simulates a webhook event (payment.completed)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4  GET /api/assignment5/products  →  fetches products from Firestore, loops to total stock &amp; value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Navigate to  http://localhost:3032/assignment5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Each section has a button — click it, read the response, answer the questions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Part C — what you change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A starter file is provided:  src/app/api/assignment5/partC/route.js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Change 1:  replace  "products"  with  "vendors"  on the db.collection() line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Change 2:  replace the totalStock loop with a loop that counts active vendors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           → store the result in  activeCount  and add it to the JSON response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Then add a fifth button to  src/app/assignment5/page.jsx  — code is provided in the assignment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Screenshot the response showing  count  and  activeCount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8B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C6D8"/>
                </a:solidFill>
              </a:rPr>
              <a:t>Key things to remember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E41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1155680" cy="36576"/>
          </a:xfrm>
          <a:prstGeom prst="rect">
            <a:avLst/>
          </a:prstGeom>
          <a:solidFill>
            <a:srgbClr val="8B1E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333333"/>
                </a:solidFill>
              </a:rPr>
              <a:t>An API route is a server-side gatekeeper — the browser never reaches the DB directly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GET reads data (testable in browser bar) · POST sends data (needs fetch with a body)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await #1 waits for the HTTP response headers · await #2 reads and parses the body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 webhook is a callback — a third party (Stripe) calls our route, not the other way around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Webhooks always use POST because Stripe is sending us event data</a:t>
            </a:r>
            <a:endParaRPr lang="en-US" sz="1800" dirty="0"/>
          </a:p>
          <a:p>
            <a:r>
              <a:rPr lang="en-US" sz="1800" dirty="0">
                <a:solidFill>
                  <a:srgbClr val="333333"/>
                </a:solidFill>
              </a:rPr>
              <a:t>After a successful payment our handler updates the DB, reduces stock, emails the customer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2026-03-19T21:48:27Z</dcterms:created>
  <dcterms:modified xsi:type="dcterms:W3CDTF">2026-03-19T21:48:27Z</dcterms:modified>
</cp:coreProperties>
</file>